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Отчёт по лабораторной работе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Архитектура ЭВМ. Лабораторная работа №6: Арифметические операции в NASM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ФИО:</a:t>
            </a:r>
            <a:r>
              <a:rPr/>
              <a:t> [Сунь Шэнцзе] </a:t>
            </a:r>
            <a:r>
              <a:rPr b="1"/>
              <a:t>Номер студенческого билета:</a:t>
            </a:r>
            <a:r>
              <a:rPr/>
              <a:t> [1132254527] </a:t>
            </a:r>
            <a:r>
              <a:rPr b="1"/>
              <a:t>Дата:</a:t>
            </a:r>
            <a:r>
              <a:rPr/>
              <a:t> [17.11.2025] </a:t>
            </a:r>
            <a:r>
              <a:rPr b="1"/>
              <a:t>Вариант:</a:t>
            </a:r>
            <a:r>
              <a:rPr/>
              <a:t> [8]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Освоение арифметических инструкций языка ассемблера NASM, понимание разницы между символьными и численными данными, изучение функций преобразования ввода-вывода.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Подготовка рабочей среды</a:t>
            </a:r>
          </a:p>
        </p:txBody>
      </p:sp>
      <p:pic>
        <p:nvPicPr>
          <p:cNvPr descr="screenshots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11400"/>
            <a:ext cx="8229600" cy="66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Подготовка среды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Подготовка среды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Эксперимент 6.3.1 Символьные и численные данные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3.1 Первая программа: сложение символов</a:t>
            </a:r>
          </a:p>
          <a:p>
            <a:pPr lvl="0" indent="0" marL="0">
              <a:buNone/>
            </a:pPr>
            <a:r>
              <a:rPr b="1"/>
              <a:t>Файл:</a:t>
            </a:r>
            <a:r>
              <a:rPr/>
              <a:t> lab6-1.asm </a:t>
            </a:r>
            <a:r>
              <a:rPr b="1"/>
              <a:t>Результат:</a:t>
            </a:r>
            <a:r>
              <a:rPr/>
              <a:t> j Результат lab6-1 Результат lab6-1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3.2 Изменение на численные операции</a:t>
            </a:r>
          </a:p>
          <a:p>
            <a:pPr lvl="0" indent="0" marL="0">
              <a:buNone/>
            </a:pPr>
            <a:r>
              <a:rPr b="1"/>
              <a:t>Результат:</a:t>
            </a:r>
            <a:r>
              <a:rPr/>
              <a:t> нет видимого вывода Численный результат lab6-1 Численный результат lab6-1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3.3 Использование функции iprintLF</a:t>
            </a:r>
          </a:p>
          <a:p>
            <a:pPr lvl="0" indent="0" marL="0">
              <a:buNone/>
            </a:pPr>
            <a:r>
              <a:rPr b="1"/>
              <a:t>Файл:</a:t>
            </a:r>
            <a:r>
              <a:rPr/>
              <a:t> lab6-2.asm </a:t>
            </a:r>
            <a:r>
              <a:rPr b="1"/>
              <a:t>Результат:</a:t>
            </a:r>
            <a:r>
              <a:rPr/>
              <a:t> 106 Символьный результат lab6-2 Символьный результат lab6-2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3.4 Численные операции с iprintLF</a:t>
            </a:r>
          </a:p>
          <a:p>
            <a:pPr lvl="0" indent="0" marL="0">
              <a:buNone/>
            </a:pPr>
            <a:r>
              <a:rPr b="1"/>
              <a:t>Результат:</a:t>
            </a:r>
            <a:r>
              <a:rPr/>
              <a:t> 10 Численный результат lab6-2 Численный результат lab6-2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3.5 Разница между iprint и iprintLF</a:t>
            </a:r>
          </a:p>
          <a:p>
            <a:pPr lvl="0" indent="0" marL="0">
              <a:buNone/>
            </a:pPr>
            <a:r>
              <a:rPr b="1"/>
              <a:t>Результат теста:</a:t>
            </a:r>
            <a:r>
              <a:rPr/>
              <a:t> iprint не переводит строку, iprintLF переводит строку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Эксперимент 6.3.2 Арифметические операции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4.1 Вычисление выражения f(x) = (5 * 2 + 3)/3</a:t>
            </a:r>
          </a:p>
          <a:p>
            <a:pPr lvl="0" indent="0" marL="0">
              <a:buNone/>
            </a:pPr>
            <a:r>
              <a:rPr b="1"/>
              <a:t>Файл:</a:t>
            </a:r>
            <a:r>
              <a:rPr/>
              <a:t> lab6-3.asm </a:t>
            </a:r>
            <a:r>
              <a:rPr b="1"/>
              <a:t>Результат:</a:t>
            </a:r>
            <a:r>
              <a:rPr/>
              <a:t> Результат: 4 Остаток от деления: 1 Результат lab6-3 Результат lab6-3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4.2 Изменение на (4 * 6 + 2)/5</a:t>
            </a:r>
          </a:p>
          <a:p>
            <a:pPr lvl="0" indent="0" marL="0">
              <a:buNone/>
            </a:pPr>
            <a:r>
              <a:rPr b="1"/>
              <a:t>Результат:</a:t>
            </a:r>
            <a:r>
              <a:rPr/>
              <a:t> Результат: 5 Остаток от деления: 1 Измененный результат lab6-3 Измененный результат lab6-3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Программа вычисления варианта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5.1 Программа variant.asm</a:t>
            </a:r>
          </a:p>
          <a:p>
            <a:pPr lvl="0" indent="0" marL="0">
              <a:buNone/>
            </a:pPr>
            <a:r>
              <a:rPr b="1"/>
              <a:t>Введенный номер:</a:t>
            </a:r>
            <a:r>
              <a:rPr/>
              <a:t> [1132254527] </a:t>
            </a:r>
            <a:r>
              <a:rPr b="1"/>
              <a:t>Результат:</a:t>
            </a:r>
            <a:r>
              <a:rPr/>
              <a:t> Ваш вариант: [8] Тест variant Тест variant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5.2 Ответы на вопросы</a:t>
            </a:r>
          </a:p>
          <a:p>
            <a:pPr lvl="0" indent="-342900" marL="342900">
              <a:buAutoNum type="arabicPeriod"/>
            </a:pPr>
            <a:r>
              <a:rPr b="1"/>
              <a:t>Какие строки отвечают за вывод ‘Ваш вариант:’?</a:t>
            </a:r>
            <a:br/>
            <a:r>
              <a:rPr/>
              <a:t>mov eax,rem и call sprint</a:t>
            </a:r>
          </a:p>
          <a:p>
            <a:pPr lvl="0" indent="-342900" marL="342900">
              <a:buAutoNum type="arabicPeriod"/>
            </a:pPr>
            <a:r>
              <a:rPr b="1"/>
              <a:t>Для чего используются следующие инструкции?</a:t>
            </a:r>
            <a:br/>
            <a:r>
              <a:rPr/>
              <a:t>mov ecx, x - установка адреса буфера ввода</a:t>
            </a:r>
            <a:br/>
            <a:r>
              <a:rPr/>
              <a:t>mov edx, 80 - установка максимальной длины ввода</a:t>
            </a:r>
            <a:br/>
            <a:r>
              <a:rPr/>
              <a:t>call sread - вызов функции чтения строки</a:t>
            </a:r>
          </a:p>
          <a:p>
            <a:pPr lvl="0" indent="-342900" marL="342900">
              <a:buAutoNum type="arabicPeriod"/>
            </a:pPr>
            <a:r>
              <a:rPr b="1"/>
              <a:t>Для чего используется инструкция “call atoi”?</a:t>
            </a:r>
            <a:br/>
            <a:r>
              <a:rPr/>
              <a:t>Для преобразования ASCII-строки в целое число</a:t>
            </a:r>
          </a:p>
          <a:p>
            <a:pPr lvl="0" indent="-342900" marL="342900">
              <a:buAutoNum type="arabicPeriod"/>
            </a:pPr>
            <a:r>
              <a:rPr b="1"/>
              <a:t>Какие строки отвечают за вычисления варианта?</a:t>
            </a:r>
            <a:br/>
            <a:r>
              <a:rPr/>
              <a:t>xor edx,edx, mov ebx,20, div ebx, inc edx</a:t>
            </a:r>
          </a:p>
          <a:p>
            <a:pPr lvl="0" indent="-342900" marL="342900">
              <a:buAutoNum type="arabicPeriod"/>
            </a:pPr>
            <a:r>
              <a:rPr b="1"/>
              <a:t>В какой регистр записывается остаток от деления?</a:t>
            </a:r>
            <a:br/>
            <a:r>
              <a:rPr/>
              <a:t>В регистр EDX</a:t>
            </a:r>
          </a:p>
          <a:p>
            <a:pPr lvl="0" indent="-342900" marL="342900">
              <a:buAutoNum type="arabicPeriod"/>
            </a:pPr>
            <a:r>
              <a:rPr b="1"/>
              <a:t>Для чего используется инструкция “inc edx”?</a:t>
            </a:r>
            <a:br/>
            <a:r>
              <a:rPr/>
              <a:t>Для увеличения остатка на 1, так как варианты нумеруются с 1</a:t>
            </a:r>
          </a:p>
          <a:p>
            <a:pPr lvl="0" indent="-342900" marL="342900">
              <a:buAutoNum type="arabicPeriod"/>
            </a:pPr>
            <a:r>
              <a:rPr b="1"/>
              <a:t>Какие строки отвечают за вывод результата вычислений?</a:t>
            </a:r>
            <a:br/>
            <a:r>
              <a:rPr/>
              <a:t>mov eax,edx и call iprintLF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Самостоятельная работа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Описание задания</a:t>
            </a:r>
          </a:p>
          <a:p>
            <a:pPr lvl="0" indent="0" marL="0">
              <a:buNone/>
            </a:pPr>
            <a:r>
              <a:rPr b="1"/>
              <a:t>Вариант:</a:t>
            </a:r>
            <a:r>
              <a:rPr/>
              <a:t> [8] </a:t>
            </a:r>
            <a:r>
              <a:rPr b="1"/>
              <a:t>Функция:</a:t>
            </a:r>
            <a:r>
              <a:rPr/>
              <a:t> [f(x) = (11 + x) · 2 - 6] </a:t>
            </a:r>
            <a:r>
              <a:rPr b="1"/>
              <a:t>Тестовые значения:</a:t>
            </a:r>
            <a:r>
              <a:rPr/>
              <a:t> x1 = 1, x2 = 9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Результаты тестирования</a:t>
            </a:r>
          </a:p>
          <a:p>
            <a:pPr lvl="0" indent="0" marL="0">
              <a:buNone/>
            </a:pPr>
            <a:r>
              <a:rPr b="1"/>
              <a:t>Результат для x1:</a:t>
            </a:r>
            <a:r>
              <a:rPr/>
              <a:t> [результат x1] Тест x1</a:t>
            </a:r>
          </a:p>
          <a:p>
            <a:pPr lvl="0" indent="0" marL="0">
              <a:buNone/>
            </a:pPr>
            <a:r>
              <a:rPr b="1"/>
              <a:t>Результат для x2:</a:t>
            </a:r>
            <a:r>
              <a:rPr/>
              <a:t> [результат x2] Тест x2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лабораторной работы я освоил арифметические инструкции NASM, понял разницу между символьными и численными данными. Научился использовать функции преобразования atoi/iprint, изучил работу с регистрами в операциях mul/div. Успешно реализовал вычисление сложных выражений в самостоятельной работе, что заложило основу для дальнейшего изучения архитектуры ЭВМ.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2025-11-17T14:53:06Z</dcterms:created>
  <dcterms:modified xsi:type="dcterms:W3CDTF">2025-11-17T14:53:06Z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